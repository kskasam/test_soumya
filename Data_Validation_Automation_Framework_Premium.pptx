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Validation Automation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Safe Validation for Enhancements &amp; Migrations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Validation for Enhancements &amp; Migrations</a:t>
            </a:r>
          </a:p>
          <a:p>
            <a:r>
              <a:t>Zero Manual Effort | Audit Ready | Full Data Validation | Sample Data Validation | Reduce Human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validation is time-consuming and error-prone</a:t>
            </a:r>
          </a:p>
          <a:p>
            <a:r>
              <a:t>Hard to prove unchanged columns are unaffected</a:t>
            </a:r>
          </a:p>
          <a:p>
            <a:r>
              <a:t>Migration reconciliation takes significant effort</a:t>
            </a:r>
          </a:p>
          <a:p>
            <a:r>
              <a:t>Risk of production data issues</a:t>
            </a:r>
          </a:p>
          <a:p>
            <a:r>
              <a:t>Access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validation framework</a:t>
            </a:r>
          </a:p>
          <a:p>
            <a:r>
              <a:t>Enhancement Validation (Enhanced Query vs Present data Table)</a:t>
            </a:r>
          </a:p>
          <a:p>
            <a:r>
              <a:t>Migration Validation (Table vs Table)</a:t>
            </a:r>
          </a:p>
          <a:p>
            <a:r>
              <a:t>Automated reports for safe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Validation (Core Use Case)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Validates impact of new query before production deployment</a:t>
            </a:r>
          </a:p>
          <a:p>
            <a:r>
              <a:t>Compares existing Hive table vs enhanced query output</a:t>
            </a:r>
          </a:p>
          <a:p>
            <a:r>
              <a:t>Ensures only intended columns are changed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Validation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Wrap query as CTE (new_data)</a:t>
            </a:r>
          </a:p>
          <a:p>
            <a:r>
              <a:t>Fetch schema from base table</a:t>
            </a:r>
          </a:p>
          <a:p>
            <a:r>
              <a:t>Classify columns (changed vs unchanged)</a:t>
            </a:r>
          </a:p>
          <a:p>
            <a:r>
              <a:t>Hash compare unchanged columns</a:t>
            </a:r>
          </a:p>
          <a:p>
            <a:r>
              <a:t>Diff check changed columns</a:t>
            </a:r>
          </a:p>
          <a:p>
            <a:r>
              <a:t>Run safety check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Validation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Unchanged Columns → 100% match</a:t>
            </a:r>
          </a:p>
          <a:p>
            <a:r>
              <a:t>Changed Columns → Expected differences</a:t>
            </a:r>
          </a:p>
          <a:p>
            <a:r>
              <a:t>Safety Check → No unintended changes</a:t>
            </a:r>
          </a:p>
          <a:p>
            <a:r>
              <a:t>Final Status → SAFE TO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Validates SQL Server vs Hive (DPC)</a:t>
            </a:r>
          </a:p>
          <a:p>
            <a:r>
              <a:t>Supports parallel run validation</a:t>
            </a:r>
          </a:p>
          <a:p>
            <a:r>
              <a:t>Ensures data parity across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Validation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(SQL Server) vs Target (Hive)</a:t>
            </a:r>
          </a:p>
          <a:p>
            <a:r>
              <a:t>Schema alignment</a:t>
            </a:r>
          </a:p>
          <a:p>
            <a:r>
              <a:t>Data normalization</a:t>
            </a:r>
          </a:p>
          <a:p>
            <a:r>
              <a:t>Hash comparison</a:t>
            </a:r>
          </a:p>
          <a:p>
            <a:r>
              <a:t>Column-level diff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70-90% reduction in validation effort</a:t>
            </a:r>
          </a:p>
          <a:p>
            <a:r>
              <a:t>Eliminates manual errors</a:t>
            </a:r>
          </a:p>
          <a:p>
            <a:r>
              <a:t>Faster release cycles</a:t>
            </a:r>
          </a:p>
          <a:p>
            <a:r>
              <a:t>Improved data confidence</a:t>
            </a:r>
          </a:p>
          <a:p>
            <a:r>
              <a:t>Reusable across projects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Query-driven validation</a:t>
            </a:r>
          </a:p>
          <a:p>
            <a:r>
              <a:t>Cross-system comparison</a:t>
            </a:r>
          </a:p>
          <a:p>
            <a:r>
              <a:t>Schema auto-detection</a:t>
            </a:r>
          </a:p>
          <a:p>
            <a:r>
              <a:t>Hash-based fast validation</a:t>
            </a:r>
          </a:p>
          <a:p>
            <a:r>
              <a:t>Audit-ready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solution for safe data changes</a:t>
            </a:r>
          </a:p>
          <a:p>
            <a:r>
              <a:t>Supports both enhancements and migrations</a:t>
            </a:r>
          </a:p>
          <a:p>
            <a:r>
              <a:t>Enables confident and faster deployments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